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59" r:id="rId7"/>
    <p:sldId id="260" r:id="rId8"/>
    <p:sldId id="262" r:id="rId9"/>
    <p:sldId id="263" r:id="rId10"/>
    <p:sldId id="264" r:id="rId11"/>
    <p:sldId id="268" r:id="rId12"/>
    <p:sldId id="26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B6C1-E078-9CD6-28F9-67DCE13C9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9E98E-FA1D-ED41-5D88-BD39A2AD1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190E1-5915-C1E2-9F1B-E0F5D479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8126-AA7E-BF8C-826F-318986C2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4991D-BA31-9FC5-FBF3-F93B26FC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0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4820-D136-F3A6-19EE-0957D801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9188-0051-8F10-B6C3-E8A2C645C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4475-959A-3AC6-7D3C-29D52F15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368D-FB73-E88B-269F-92EF0182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07772-385A-7274-5C93-B5DEE315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7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3419-34CF-8F82-2561-A4C22E11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E45B-7054-B700-D62B-06AFFCBF9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50DE-10A2-43F0-F6CE-A0D1F8D9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2204-7817-A160-3FD1-195655B2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597D7-A805-0C83-C27F-1A99681A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4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7FA2-89E7-82E3-AC88-477F988C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11D97-6FF4-E5B5-036B-89A92A34F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04016-42F1-5CC0-2AA7-FF1082604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B8F47-B1E1-B562-A43D-B490766D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1E2B5-276E-76B7-A31A-B3E4319B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36E1-26B1-9525-A3DA-6783C199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3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B25-A299-E213-0E6E-DD081747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2C512-A8E6-898E-29BA-E569AA68E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62DD-95D6-5E2C-1E15-5F2074C2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FAE33-E584-CA9D-79CF-84BC77C45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50090-9BC6-68CD-F2F8-69C8D7CC4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544B-FCFF-92BE-BF25-FA577B3C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AB535-4D4C-E12E-54B8-46972D37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A91AE-3FC7-C3AD-1D91-5E365F4E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0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B173-4552-2F2E-B08C-031B316D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00498-39CA-3E3C-F73B-9B56C9796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7DE32-C9ED-BD31-DA19-AD723190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2A254-00AF-DBC0-E357-7EB96A42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90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F8F77-F2F1-4B90-47C8-324D0493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460C0-B889-2210-B012-96D1BE77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D8742-4A01-3EEC-CD35-F892C781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80C7-BBE6-85CD-0DC7-D1E7D38B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3E17F-C9AE-A3CD-7C39-9B27C3AF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532F9-A95D-68F9-4D3A-8377D4C58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1B086-C072-E99C-EEDD-C5FB980E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22CB-7CF7-E31F-345C-64C67F69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D3C49-2291-A357-A355-F1892D67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5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5B53-621B-6654-53A7-C7884F20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51827-C400-AAFE-B9A6-7499AD7D6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D9DFE-DE10-64DD-9E9B-10A237D06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E5BC0-B2C0-15C7-68D2-6FCDEF69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CDBA7-A512-6EEA-9655-FF14D136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A1ED-0C49-3DC9-C139-CC6EBA39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8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1696-B575-C41D-3114-4D887A0B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0C5CB-75AD-EAAC-1C9E-236475ADA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F792-B2F6-9EF8-913E-C88B1DC5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824F2-9A7D-674E-57D3-80FE7A8A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ED78E-CA36-8C89-0D63-E62E1597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1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B1BA3A-1361-7B5E-5B78-FD801A8AE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6444B-F0B8-CE7C-8528-071A3CCA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51117-A793-2B8C-5A0E-AC7951E2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ECE7-9CFC-68BC-859D-0A63CCB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3566C-5665-E66C-3798-228FF59F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1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6B523-15F5-0C47-2794-649BECA6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137DC-01A7-0A38-E832-729B98BC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F90D-2423-E8EA-C850-82D461C8B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CFA68-57A5-4AF8-8BA4-66925685B39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1A11D-C879-67D4-455D-3A3EDD8DC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8DB7-A952-ADDB-44A2-15E185184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7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ndreamarcos@hot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dmin.typeform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google.com/spreadsheets/d/1iRrwUq8DmokE57uP1pNbSrexLNQTvEDGxJ6XQeY1lFc/edit?gid=0#gid=0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-meteo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00F3-DCC9-B75A-3E0A-55995CE17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TP2 – Flujo 1 usando WEBHOOK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FDCC6-59B9-815D-34F1-26F1AA929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Mail:  </a:t>
            </a:r>
            <a:r>
              <a:rPr lang="es-AR" dirty="0">
                <a:hlinkClick r:id="rId2"/>
              </a:rPr>
              <a:t>mandreamarcos@hotmail.com</a:t>
            </a:r>
            <a:endParaRPr lang="es-AR" dirty="0"/>
          </a:p>
          <a:p>
            <a:endParaRPr lang="es-AR" dirty="0"/>
          </a:p>
          <a:p>
            <a:r>
              <a:rPr lang="es-AR" dirty="0"/>
              <a:t>WORKFLOW:  Registración </a:t>
            </a:r>
            <a:r>
              <a:rPr lang="es-AR" dirty="0" err="1"/>
              <a:t>Curso.json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6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48DE-B228-4D7B-5CDA-4D2A3607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Consigna.</a:t>
            </a:r>
            <a:br>
              <a:rPr lang="es-AR" dirty="0"/>
            </a:br>
            <a:r>
              <a:rPr lang="es-AR" sz="3600" dirty="0" err="1"/>
              <a:t>Workflow</a:t>
            </a:r>
            <a:r>
              <a:rPr lang="es-AR" sz="3600" dirty="0"/>
              <a:t>: </a:t>
            </a:r>
            <a:r>
              <a:rPr lang="es-AR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Registración </a:t>
            </a:r>
            <a:r>
              <a:rPr lang="es-AR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Curso.json</a:t>
            </a:r>
            <a:endParaRPr lang="en-US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F3406-3D09-2911-8251-1310BC5AD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dirty="0"/>
              <a:t>A través de un Formulario se llenan datos para gestionar las personas que se anotan a un curso (usando </a:t>
            </a:r>
            <a:r>
              <a:rPr lang="en-US" dirty="0" err="1">
                <a:hlinkClick r:id="rId2"/>
              </a:rPr>
              <a:t>Typeform</a:t>
            </a:r>
            <a:r>
              <a:rPr lang="en-US" dirty="0">
                <a:hlinkClick r:id="rId2"/>
              </a:rPr>
              <a:t> – Workspaces</a:t>
            </a:r>
            <a:r>
              <a:rPr lang="en-US" dirty="0"/>
              <a:t>)</a:t>
            </a:r>
            <a:r>
              <a:rPr lang="es-AR" dirty="0"/>
              <a:t>.  </a:t>
            </a:r>
          </a:p>
          <a:p>
            <a:pPr marL="0" indent="0">
              <a:buNone/>
            </a:pPr>
            <a:r>
              <a:rPr lang="es-AR" dirty="0"/>
              <a:t>  - Ingresan sus datos (sin demasiadas validaciones).</a:t>
            </a:r>
          </a:p>
          <a:p>
            <a:pPr marL="0" indent="0">
              <a:buNone/>
            </a:pPr>
            <a:r>
              <a:rPr lang="es-AR" dirty="0"/>
              <a:t>  - Se configura WEBHOOK para que comunique a n8n cuando alguien se registra.</a:t>
            </a:r>
          </a:p>
          <a:p>
            <a:pPr marL="0" indent="0">
              <a:buNone/>
            </a:pPr>
            <a:r>
              <a:rPr lang="es-AR" dirty="0"/>
              <a:t>  - Se registran los datos del formulario en Google </a:t>
            </a:r>
            <a:r>
              <a:rPr lang="es-AR" dirty="0" err="1"/>
              <a:t>Sheets</a:t>
            </a:r>
            <a:endParaRPr lang="es-AR" dirty="0"/>
          </a:p>
          <a:p>
            <a:pPr marL="0" indent="0">
              <a:buNone/>
            </a:pPr>
            <a:r>
              <a:rPr lang="es-AR" dirty="0"/>
              <a:t>  - Se </a:t>
            </a:r>
            <a:r>
              <a:rPr lang="es-AR" dirty="0" err="1"/>
              <a:t>envia</a:t>
            </a:r>
            <a:r>
              <a:rPr lang="es-AR" dirty="0"/>
              <a:t> un mail a los que desean hacer el curso de TALEND con datos de la cursada y se marca en Google </a:t>
            </a:r>
            <a:r>
              <a:rPr lang="es-AR" dirty="0" err="1"/>
              <a:t>Sheets</a:t>
            </a:r>
            <a:r>
              <a:rPr lang="es-AR" dirty="0"/>
              <a:t> que se </a:t>
            </a:r>
            <a:r>
              <a:rPr lang="es-AR" dirty="0" err="1"/>
              <a:t>envio</a:t>
            </a:r>
            <a:r>
              <a:rPr lang="es-AR" dirty="0"/>
              <a:t> el mismo (con la fecha y hora en la cual el usuario confirmo su selección usando EDIT FILE de la fecha de </a:t>
            </a:r>
            <a:r>
              <a:rPr lang="es-AR" dirty="0" err="1"/>
              <a:t>commit</a:t>
            </a:r>
            <a:r>
              <a:rPr lang="es-AR" dirty="0"/>
              <a:t> en el formulario).</a:t>
            </a:r>
          </a:p>
          <a:p>
            <a:pPr marL="0" indent="0">
              <a:buNone/>
            </a:pPr>
            <a:r>
              <a:rPr lang="es-AR" dirty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9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22C87-05CA-D115-5830-270F5FE69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97" y="1029031"/>
            <a:ext cx="11471402" cy="46226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1D6CEC-6CC4-A084-02C7-B65D88CB5A24}"/>
              </a:ext>
            </a:extLst>
          </p:cNvPr>
          <p:cNvSpPr txBox="1"/>
          <p:nvPr/>
        </p:nvSpPr>
        <p:spPr>
          <a:xfrm>
            <a:off x="302833" y="198034"/>
            <a:ext cx="42507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CREACION DE FORMULARIO:</a:t>
            </a:r>
          </a:p>
          <a:p>
            <a:endParaRPr lang="es-AR" sz="2400" b="1" dirty="0"/>
          </a:p>
        </p:txBody>
      </p:sp>
    </p:spTree>
    <p:extLst>
      <p:ext uri="{BB962C8B-B14F-4D97-AF65-F5344CB8AC3E}">
        <p14:creationId xmlns:p14="http://schemas.microsoft.com/office/powerpoint/2010/main" val="1147129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F864-301E-1A72-CAC9-6013A3545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69B7B2-2DC1-5835-29AD-2A401EB30AAE}"/>
              </a:ext>
            </a:extLst>
          </p:cNvPr>
          <p:cNvSpPr txBox="1"/>
          <p:nvPr/>
        </p:nvSpPr>
        <p:spPr>
          <a:xfrm>
            <a:off x="302833" y="198034"/>
            <a:ext cx="42507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CREACION DE FORMULARIO:</a:t>
            </a:r>
          </a:p>
          <a:p>
            <a:endParaRPr lang="es-AR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63FCF-1809-AFF3-9D79-948D79B2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33" y="785855"/>
            <a:ext cx="10277945" cy="587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1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AE1F-0D9D-CFB0-8926-39AF5836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F379FD-7D77-95F8-F81C-0A1BE77EAB8D}"/>
              </a:ext>
            </a:extLst>
          </p:cNvPr>
          <p:cNvSpPr txBox="1"/>
          <p:nvPr/>
        </p:nvSpPr>
        <p:spPr>
          <a:xfrm>
            <a:off x="302833" y="198034"/>
            <a:ext cx="42507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CREACION DE FORMULARIO:</a:t>
            </a:r>
          </a:p>
          <a:p>
            <a:endParaRPr lang="es-AR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6BB8E1-CBB0-5CAB-67B0-39FAADB1A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32" y="1449110"/>
            <a:ext cx="8806171" cy="52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0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A798E-2148-24FC-E835-71466895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F9371F-5F98-4D2C-5D70-EB7F55F9AA92}"/>
              </a:ext>
            </a:extLst>
          </p:cNvPr>
          <p:cNvSpPr txBox="1"/>
          <p:nvPr/>
        </p:nvSpPr>
        <p:spPr>
          <a:xfrm>
            <a:off x="137580" y="247355"/>
            <a:ext cx="4365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CONFIGURACION WEBHOOK: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CDC9D-3D0C-D011-EDE1-E6A6DFC1C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76" y="1189822"/>
            <a:ext cx="10848070" cy="50864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CE32B27-E7E5-DAD3-0A1D-3B8724910703}"/>
              </a:ext>
            </a:extLst>
          </p:cNvPr>
          <p:cNvSpPr/>
          <p:nvPr/>
        </p:nvSpPr>
        <p:spPr>
          <a:xfrm>
            <a:off x="685800" y="5365213"/>
            <a:ext cx="10210800" cy="13839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1CAB57-9F66-70AB-704E-E3DFAA18FE4F}"/>
              </a:ext>
            </a:extLst>
          </p:cNvPr>
          <p:cNvSpPr/>
          <p:nvPr/>
        </p:nvSpPr>
        <p:spPr>
          <a:xfrm>
            <a:off x="5651653" y="1353237"/>
            <a:ext cx="870333" cy="13839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A51DE6-815D-010A-A30B-F7037ECD0C1F}"/>
              </a:ext>
            </a:extLst>
          </p:cNvPr>
          <p:cNvSpPr/>
          <p:nvPr/>
        </p:nvSpPr>
        <p:spPr>
          <a:xfrm>
            <a:off x="137580" y="1505637"/>
            <a:ext cx="2429350" cy="6316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8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F92CF-C898-24D3-81FA-E313EFE06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D1EFE3-E33D-A158-0352-556E0B30F824}"/>
              </a:ext>
            </a:extLst>
          </p:cNvPr>
          <p:cNvSpPr txBox="1"/>
          <p:nvPr/>
        </p:nvSpPr>
        <p:spPr>
          <a:xfrm>
            <a:off x="137580" y="247355"/>
            <a:ext cx="413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ENLACE DE GOOGLE SHEET:</a:t>
            </a: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15C92-470A-5D48-9731-A19979FF4720}"/>
              </a:ext>
            </a:extLst>
          </p:cNvPr>
          <p:cNvSpPr txBox="1"/>
          <p:nvPr/>
        </p:nvSpPr>
        <p:spPr>
          <a:xfrm>
            <a:off x="1099944" y="565749"/>
            <a:ext cx="512185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Encuesta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Hojas de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cálculo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Google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AF872-52E2-6C16-DD5C-13576ED486D2}"/>
              </a:ext>
            </a:extLst>
          </p:cNvPr>
          <p:cNvSpPr txBox="1"/>
          <p:nvPr/>
        </p:nvSpPr>
        <p:spPr>
          <a:xfrm>
            <a:off x="3048918" y="291658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5C4CD7-9AC2-B8E3-7E9C-23B9C3E89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13" y="1996067"/>
            <a:ext cx="11690372" cy="2994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D1A06D0-9654-9FA1-9357-78BD76BEE46C}"/>
              </a:ext>
            </a:extLst>
          </p:cNvPr>
          <p:cNvSpPr txBox="1"/>
          <p:nvPr/>
        </p:nvSpPr>
        <p:spPr>
          <a:xfrm>
            <a:off x="240413" y="779583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Link: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1082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F238-CD58-0F44-2728-8CD49782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D70B8BC-5B52-B310-108B-21F0AA0FD33E}"/>
              </a:ext>
            </a:extLst>
          </p:cNvPr>
          <p:cNvSpPr txBox="1"/>
          <p:nvPr/>
        </p:nvSpPr>
        <p:spPr>
          <a:xfrm>
            <a:off x="3048918" y="291658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6711DC-9440-9188-D386-21288E5D8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45" y="911510"/>
            <a:ext cx="11143710" cy="47488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337BDC-0375-BC99-B53C-7669D18AC821}"/>
              </a:ext>
            </a:extLst>
          </p:cNvPr>
          <p:cNvSpPr txBox="1"/>
          <p:nvPr/>
        </p:nvSpPr>
        <p:spPr>
          <a:xfrm>
            <a:off x="259054" y="302428"/>
            <a:ext cx="1613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err="1"/>
              <a:t>Workflow</a:t>
            </a:r>
            <a:r>
              <a:rPr lang="es-AR" sz="2400" b="1" dirty="0"/>
              <a:t>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0769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6BD64-8CBC-67CD-6709-5ADF542C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1C2525-13E7-F74F-78AB-64781BF7ACF9}"/>
              </a:ext>
            </a:extLst>
          </p:cNvPr>
          <p:cNvSpPr txBox="1"/>
          <p:nvPr/>
        </p:nvSpPr>
        <p:spPr>
          <a:xfrm>
            <a:off x="790985" y="838462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Mail ENVIADO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3A48E-D314-C3AA-DC70-30C3DDB525D7}"/>
              </a:ext>
            </a:extLst>
          </p:cNvPr>
          <p:cNvSpPr txBox="1"/>
          <p:nvPr/>
        </p:nvSpPr>
        <p:spPr>
          <a:xfrm>
            <a:off x="3048918" y="291658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6468F-8F16-8ECE-9C87-145FA5C6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85" y="1458639"/>
            <a:ext cx="1017412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9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4250F-0DDA-85D5-2E54-34525BC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5D8C-0C98-780F-E5CC-B7A1DB8396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TP2 – Flujo 2 usando HTTP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86928-92C2-BF2C-0C40-627E614973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WORKFLOW:  </a:t>
            </a:r>
            <a:r>
              <a:rPr lang="es-AR" dirty="0" err="1"/>
              <a:t>Temperatura.json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9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63CA-386B-74C7-370F-B6A92FE6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E5B1B-D75E-F490-C5BD-2B2440B1789F}"/>
              </a:ext>
            </a:extLst>
          </p:cNvPr>
          <p:cNvSpPr txBox="1"/>
          <p:nvPr/>
        </p:nvSpPr>
        <p:spPr>
          <a:xfrm>
            <a:off x="790985" y="425867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Mail ENVIADO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176A53-1898-63DE-3D9F-2F90764C1E6E}"/>
              </a:ext>
            </a:extLst>
          </p:cNvPr>
          <p:cNvSpPr txBox="1"/>
          <p:nvPr/>
        </p:nvSpPr>
        <p:spPr>
          <a:xfrm>
            <a:off x="3048918" y="291658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57A58-AA84-0655-0FCC-ED0280A3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7" y="2523944"/>
            <a:ext cx="7610684" cy="39081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357E48-4639-B3A8-DB8B-4D70B96D85D8}"/>
              </a:ext>
            </a:extLst>
          </p:cNvPr>
          <p:cNvSpPr txBox="1"/>
          <p:nvPr/>
        </p:nvSpPr>
        <p:spPr>
          <a:xfrm>
            <a:off x="708305" y="795199"/>
            <a:ext cx="112017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Se dispara a las 7am, y me envía a TELEGRAM diariamente la temperatura a las 8am y 03pm (horario que entro y</a:t>
            </a:r>
          </a:p>
          <a:p>
            <a:r>
              <a:rPr lang="es-AR" dirty="0"/>
              <a:t>Salgo del trabajo), para evitar consultarla.  Flujo simple con HTTP.</a:t>
            </a:r>
          </a:p>
          <a:p>
            <a:r>
              <a:rPr lang="es-AR" dirty="0"/>
              <a:t>Uso la API </a:t>
            </a:r>
            <a:r>
              <a:rPr lang="es-AR" dirty="0">
                <a:hlinkClick r:id="rId3"/>
              </a:rPr>
              <a:t>https://open-meteo.com/</a:t>
            </a:r>
            <a:r>
              <a:rPr lang="es-AR" dirty="0"/>
              <a:t> (al entrar a la pagina me permite ver coordenadas según localización)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34D05E-297C-DCDF-6F04-5765E29C9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9994" y="1350903"/>
            <a:ext cx="12192000" cy="14694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0CAC1D-476C-06CD-5AFA-81EF7DCA5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978" y="4037629"/>
            <a:ext cx="4989021" cy="27430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57473-E73A-2358-460B-B31ED175130F}"/>
              </a:ext>
            </a:extLst>
          </p:cNvPr>
          <p:cNvSpPr txBox="1"/>
          <p:nvPr/>
        </p:nvSpPr>
        <p:spPr>
          <a:xfrm>
            <a:off x="8108349" y="2938540"/>
            <a:ext cx="3796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Las coordenadas las puedo obtener </a:t>
            </a:r>
          </a:p>
          <a:p>
            <a:r>
              <a:rPr lang="es-AR" dirty="0"/>
              <a:t>de la misma pagina consultando la</a:t>
            </a:r>
          </a:p>
          <a:p>
            <a:r>
              <a:rPr lang="es-AR" dirty="0"/>
              <a:t>Ciudad.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F3455-10E1-5E0A-1555-B5B180EA1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07" y="1876332"/>
            <a:ext cx="10549054" cy="45304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E6E6B6-605A-B851-ABFC-1279EFCD8F0E}"/>
              </a:ext>
            </a:extLst>
          </p:cNvPr>
          <p:cNvSpPr txBox="1"/>
          <p:nvPr/>
        </p:nvSpPr>
        <p:spPr>
          <a:xfrm>
            <a:off x="402856" y="451175"/>
            <a:ext cx="11418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La consulta devuelve la </a:t>
            </a:r>
            <a:r>
              <a:rPr lang="es-AR" dirty="0" err="1"/>
              <a:t>info</a:t>
            </a:r>
            <a:r>
              <a:rPr lang="es-AR" dirty="0"/>
              <a:t> de todo un dia </a:t>
            </a:r>
            <a:r>
              <a:rPr lang="es-AR" dirty="0" err="1"/>
              <a:t>aperturado</a:t>
            </a:r>
            <a:r>
              <a:rPr lang="es-AR" dirty="0"/>
              <a:t> por HORAS.   Obtengo con EDIT_FILE las dos horas que me </a:t>
            </a:r>
          </a:p>
          <a:p>
            <a:r>
              <a:rPr lang="es-AR" dirty="0"/>
              <a:t>Interesan obtener datos.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968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4C42-A981-40F3-43D9-5CD56CED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923B2-F34F-E2A8-63D0-222133BFB5D2}"/>
              </a:ext>
            </a:extLst>
          </p:cNvPr>
          <p:cNvSpPr txBox="1"/>
          <p:nvPr/>
        </p:nvSpPr>
        <p:spPr>
          <a:xfrm>
            <a:off x="790985" y="425867"/>
            <a:ext cx="195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Salida Telegram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B10614-E933-EDB8-8CAE-FADC6E413220}"/>
              </a:ext>
            </a:extLst>
          </p:cNvPr>
          <p:cNvSpPr txBox="1"/>
          <p:nvPr/>
        </p:nvSpPr>
        <p:spPr>
          <a:xfrm>
            <a:off x="3048918" y="291658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59D137-B07C-DB1E-6FEB-A8D7F251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85" y="997836"/>
            <a:ext cx="10130895" cy="5772882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5864F38-5340-820F-1BF4-3C3936D8DC6D}"/>
              </a:ext>
            </a:extLst>
          </p:cNvPr>
          <p:cNvSpPr/>
          <p:nvPr/>
        </p:nvSpPr>
        <p:spPr>
          <a:xfrm>
            <a:off x="3895337" y="4594859"/>
            <a:ext cx="5683004" cy="23719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9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295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TP2 – Flujo 1 usando WEBHOOK</vt:lpstr>
      <vt:lpstr>Consigna. Workflow: Registración Curso.json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TP2 – Flujo 2 usando HTTP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Marcos, Maria Andrea</dc:creator>
  <cp:lastModifiedBy>Marcos, Maria Andrea</cp:lastModifiedBy>
  <cp:revision>7</cp:revision>
  <dcterms:created xsi:type="dcterms:W3CDTF">2025-11-15T01:41:12Z</dcterms:created>
  <dcterms:modified xsi:type="dcterms:W3CDTF">2025-11-15T05:54:11Z</dcterms:modified>
</cp:coreProperties>
</file>